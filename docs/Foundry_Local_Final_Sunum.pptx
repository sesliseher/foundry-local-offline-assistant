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b10a846f07422f" /><Relationship Type="http://schemas.openxmlformats.org/officeDocument/2006/relationships/extended-properties" Target="/docProps/app.xml" Id="Recb14322f79a4310" /><Relationship Type="http://schemas.openxmlformats.org/officeDocument/2006/relationships/officeDocument" Target="/ppt/presentation.xml" Id="R3c7245520c3148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385988543a4f73"/>
  </p:sldMasterIdLst>
  <p:notesMasterIdLst>
    <p:notesMasterId xmlns:r="http://schemas.openxmlformats.org/officeDocument/2006/relationships" r:id="Re1d432768b984223"/>
  </p:notesMasterIdLst>
  <p:sldIdLst>
    <p:sldId xmlns:r="http://schemas.openxmlformats.org/officeDocument/2006/relationships" id="256" r:id="Rffc29fcb5ce64401"/>
    <p:sldId xmlns:r="http://schemas.openxmlformats.org/officeDocument/2006/relationships" id="257" r:id="R839904ac11574ea7"/>
    <p:sldId xmlns:r="http://schemas.openxmlformats.org/officeDocument/2006/relationships" id="258" r:id="Rb804532bbf6a498d"/>
    <p:sldId xmlns:r="http://schemas.openxmlformats.org/officeDocument/2006/relationships" id="259" r:id="Rc6eb591325a64aa5"/>
    <p:sldId xmlns:r="http://schemas.openxmlformats.org/officeDocument/2006/relationships" id="260" r:id="Ra661fc5281ca4f82"/>
    <p:sldId xmlns:r="http://schemas.openxmlformats.org/officeDocument/2006/relationships" id="261" r:id="Rcdaba88707594204"/>
    <p:sldId xmlns:r="http://schemas.openxmlformats.org/officeDocument/2006/relationships" id="262" r:id="R0e32ae20ba3b4b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c190bbd35945ab" /><Relationship Type="http://schemas.openxmlformats.org/officeDocument/2006/relationships/slideMaster" Target="/ppt/slideMasters/slideMaster1.xml" Id="R82385988543a4f73" /><Relationship Type="http://schemas.openxmlformats.org/officeDocument/2006/relationships/notesMaster" Target="/ppt/notesMasters/notesMaster1.xml" Id="Re1d432768b984223" /><Relationship Type="http://schemas.openxmlformats.org/officeDocument/2006/relationships/presProps" Target="/ppt/presProps.xml" Id="Rddf2f0128b104375" /><Relationship Type="http://schemas.openxmlformats.org/officeDocument/2006/relationships/tableStyles" Target="/ppt/tableStyles.xml" Id="Re71aac2846984abb" /><Relationship Type="http://schemas.openxmlformats.org/officeDocument/2006/relationships/slide" Target="/ppt/slides/slide1.xml" Id="Rffc29fcb5ce64401" /><Relationship Type="http://schemas.openxmlformats.org/officeDocument/2006/relationships/slide" Target="/ppt/slides/slide2.xml" Id="R839904ac11574ea7" /><Relationship Type="http://schemas.openxmlformats.org/officeDocument/2006/relationships/slide" Target="/ppt/slides/slide3.xml" Id="Rb804532bbf6a498d" /><Relationship Type="http://schemas.openxmlformats.org/officeDocument/2006/relationships/slide" Target="/ppt/slides/slide4.xml" Id="Rc6eb591325a64aa5" /><Relationship Type="http://schemas.openxmlformats.org/officeDocument/2006/relationships/slide" Target="/ppt/slides/slide5.xml" Id="Ra661fc5281ca4f82" /><Relationship Type="http://schemas.openxmlformats.org/officeDocument/2006/relationships/slide" Target="/ppt/slides/slide6.xml" Id="Rcdaba88707594204" /><Relationship Type="http://schemas.openxmlformats.org/officeDocument/2006/relationships/slide" Target="/ppt/slides/slide7.xml" Id="R0e32ae20ba3b4b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bce641352b4b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7bd4f3e9174ab7" /><Relationship Type="http://schemas.openxmlformats.org/officeDocument/2006/relationships/notesMaster" Target="/ppt/notesMasters/notesMaster1.xml" Id="R241d9792d07142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201d16e4824506" /><Relationship Type="http://schemas.openxmlformats.org/officeDocument/2006/relationships/notesMaster" Target="/ppt/notesMasters/notesMaster1.xml" Id="R7eeeb3f6258e4d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629eac43f04e11" /><Relationship Type="http://schemas.openxmlformats.org/officeDocument/2006/relationships/notesMaster" Target="/ppt/notesMasters/notesMaster1.xml" Id="R64b062d9098845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ca4ad0c1864f3c" /><Relationship Type="http://schemas.openxmlformats.org/officeDocument/2006/relationships/notesMaster" Target="/ppt/notesMasters/notesMaster1.xml" Id="Rab2102196f1d4d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d40874775f42b2" /><Relationship Type="http://schemas.openxmlformats.org/officeDocument/2006/relationships/notesMaster" Target="/ppt/notesMasters/notesMaster1.xml" Id="R882c8f26b7344d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8c269412c54442" /><Relationship Type="http://schemas.openxmlformats.org/officeDocument/2006/relationships/notesMaster" Target="/ppt/notesMasters/notesMaster1.xml" Id="Ra27cbc1e3ce442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98fe728bbc40b9" /><Relationship Type="http://schemas.openxmlformats.org/officeDocument/2006/relationships/notesMaster" Target="/ppt/notesMasters/notesMaster1.xml" Id="R7799c438f9264d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e559215774c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c86bafa3754870" /><Relationship Type="http://schemas.openxmlformats.org/officeDocument/2006/relationships/slideLayout" Target="/ppt/slideLayouts/slideLayout1.xml" Id="Rd6ca795d918e47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ca795d918e47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9323ae43b469f" /><Relationship Type="http://schemas.openxmlformats.org/officeDocument/2006/relationships/notesSlide" Target="/ppt/notesSlides/notesSlide1.xml" Id="R337762fa739d43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93d37f4c0463c" /><Relationship Type="http://schemas.openxmlformats.org/officeDocument/2006/relationships/notesSlide" Target="/ppt/notesSlides/notesSlide2.xml" Id="Rad863f11ba1a4f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717dab6534ffa" /><Relationship Type="http://schemas.openxmlformats.org/officeDocument/2006/relationships/notesSlide" Target="/ppt/notesSlides/notesSlide3.xml" Id="Rc79eb643163948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bb77f46d74c5c" /><Relationship Type="http://schemas.openxmlformats.org/officeDocument/2006/relationships/notesSlide" Target="/ppt/notesSlides/notesSlide4.xml" Id="Re978a75357484a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2beef0af8478f" /><Relationship Type="http://schemas.openxmlformats.org/officeDocument/2006/relationships/notesSlide" Target="/ppt/notesSlides/notesSlide5.xml" Id="Ra63ca66840254f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42febaf844eaa" /><Relationship Type="http://schemas.openxmlformats.org/officeDocument/2006/relationships/notesSlide" Target="/ppt/notesSlides/notesSlide6.xml" Id="R9ea35ad30b5a47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9526da9c1435b" /><Relationship Type="http://schemas.openxmlformats.org/officeDocument/2006/relationships/notesSlide" Target="/ppt/notesSlides/notesSlide7.xml" Id="R5b044e84ec144c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8B116-33B5-497B-B9C3-79166B8D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CCC5"/>
                </a:solidFill>
              </a:defRPr>
            </a:pPr>
            <a:r>
              <a:rPr sz="1200" b="1">
                <a:solidFill>
                  <a:srgbClr val="64CCC5"/>
                </a:solidFill>
              </a:rPr>
              <a:t>FOUNDRY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D52F6-9AB3-48E7-8174-0302076C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Çevrimdışı Belge Asistanı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537A7-A9B3-4C00-99FA-356D3A09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AFFFB"/>
                </a:solidFill>
              </a:defRPr>
            </a:pPr>
            <a:r>
              <a:rPr sz="1875" b="0">
                <a:solidFill>
                  <a:srgbClr val="DAFFFB"/>
                </a:solidFill>
              </a:rPr>
              <a:t>Yerel modeller • RAG • SQLite • Streamlit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CAA79-4D07-4DFC-AB28-44E22DCA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38250"/>
            <a:ext cx="2095500" cy="4000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F4D8F-EDE3-48D9-9988-83E3030B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152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BF412-8D73-4CFB-8A21-261847FB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AFFFB"/>
                </a:solidFill>
              </a:defRPr>
            </a:pPr>
            <a:r>
              <a:rPr sz="1350" b="1">
                <a:solidFill>
                  <a:srgbClr val="DAFFFB"/>
                </a:solidFill>
              </a:rPr>
              <a:t>değerlendirme vakası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5DA7D-7FB3-4DF9-BD6F-E28F6E79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161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%100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696A2-DB8F-43C2-BB72-F7C2F3AD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672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AFFFB"/>
                </a:solidFill>
              </a:defRPr>
            </a:pPr>
            <a:r>
              <a:rPr sz="1350" b="0">
                <a:solidFill>
                  <a:srgbClr val="DAFFFB"/>
                </a:solidFill>
              </a:rPr>
              <a:t>yönlendirme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C3828-FF02-4E71-BED9-F316ACD5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7C5"/>
                </a:solidFill>
              </a:defRPr>
            </a:pPr>
            <a:r>
              <a:rPr sz="1350" b="0">
                <a:solidFill>
                  <a:srgbClr val="A8B7C5"/>
                </a:solidFill>
              </a:rPr>
              <a:t>Final proje sunumu</a:t>
            </a:r>
          </a:p>
        </p:txBody>
      </p:sp>
    </p:spTree>
    <p:extLst>
      <p:ext uri="{BB962C8B-B14F-4D97-AF65-F5344CB8AC3E}">
        <p14:creationId xmlns:p14="http://schemas.microsoft.com/office/powerpoint/2010/main" val="4929932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ACE4E-7A82-4FC2-A02E-4B1B626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İHTIYAÇ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49A11-F077-4FD8-B7D7-BDB6D928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Sorun: belgelerdeki bilgiye yerel ve güvenli erişim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06F59-9C7D-4937-8154-0B06BF4C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B591E-06B1-4D85-8D2C-8883C8AE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Kullanıcı, farklı dosyalardaki bilgiyi tek tek aramak yerine doğal dille soru sormak istiyor.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B4F67-575E-46F1-9861-A36537CC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381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9EE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8778B-36F2-4FCA-ADFC-57BA640A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33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87"/>
                </a:solidFill>
              </a:defRPr>
            </a:pPr>
            <a:r>
              <a:rPr sz="1800" b="1">
                <a:solidFill>
                  <a:srgbClr val="176B87"/>
                </a:solidFill>
              </a:rPr>
              <a:t>İnternet bağımlılığı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CC4FC-8AE8-4B27-99F5-4D22BA7A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Özel belgelerin dış servise gönderilmesi risklidir.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C2800-DEDF-431D-9420-D726CA55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623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87"/>
                </a:solidFill>
              </a:defRPr>
            </a:pPr>
            <a:r>
              <a:rPr sz="1800" b="1">
                <a:solidFill>
                  <a:srgbClr val="176B87"/>
                </a:solidFill>
              </a:rPr>
              <a:t>Kaynak güveni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9C12C-EC92-4809-8847-724E5966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386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Cevabın hangi belgeye dayandığı görünür olmalıdır.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873D7-8F20-4A06-A283-FDC3BFEB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FOUNDRY LOCAL OFFLINE ASSISTANT  •  2</a:t>
            </a:r>
          </a:p>
        </p:txBody>
      </p:sp>
    </p:spTree>
    <p:extLst>
      <p:ext uri="{BB962C8B-B14F-4D97-AF65-F5344CB8AC3E}">
        <p14:creationId xmlns:p14="http://schemas.microsoft.com/office/powerpoint/2010/main" val="20836088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0BC9E0-63E0-4A27-A024-4226D742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MIMARI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0CB6F-E35F-4C35-991C-8E99823F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RAG akışı beş yerel adımdan oluşuyor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1EF48-D07A-4DFA-83D4-D8F776D7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CA752-5A82-4777-9DA9-BB76793A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EE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FD84E-DAFE-4E5F-BB17-4EC4A355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90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</a:defRPr>
            </a:pPr>
            <a:r>
              <a:rPr sz="1200" b="1">
                <a:solidFill>
                  <a:srgbClr val="176B87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A7BB9-5E65-4693-A577-C326209F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48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TXT / PDF / DOCX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16B20-A2D3-47F6-B4E0-BE23513A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527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CCC5"/>
                </a:solidFill>
              </a:defRPr>
            </a:pPr>
            <a:r>
              <a:rPr sz="2250" b="1">
                <a:solidFill>
                  <a:srgbClr val="64CCC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BA66D-CD16-41A5-B23C-F1E846C8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2887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EE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74BF7-356C-41FD-9FF3-2A3B58DE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90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</a:defRPr>
            </a:pPr>
            <a:r>
              <a:rPr sz="1200" b="1">
                <a:solidFill>
                  <a:srgbClr val="176B87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09B6A-928A-473B-B59E-ECCF045E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48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Parçalama + embedding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1FF09-D6F2-43EA-BF02-A7EFF86A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527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CCC5"/>
                </a:solidFill>
              </a:defRPr>
            </a:pPr>
            <a:r>
              <a:rPr sz="2250" b="1">
                <a:solidFill>
                  <a:srgbClr val="64CCC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AD78D-E74D-4A52-B668-6939E43A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EE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E6C1D-9CD6-4429-95DF-B8E5F58C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90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</a:defRPr>
            </a:pPr>
            <a:r>
              <a:rPr sz="1200" b="1">
                <a:solidFill>
                  <a:srgbClr val="176B87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96362-3F8D-4606-831B-7267C631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48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SQLite indeks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EA2EE-3168-4136-83A9-E1AB29C5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9527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CCC5"/>
                </a:solidFill>
              </a:defRPr>
            </a:pPr>
            <a:r>
              <a:rPr sz="2250" b="1">
                <a:solidFill>
                  <a:srgbClr val="64CCC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CFCAD-54E8-4D75-AD3E-F4D675DD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EE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CA3B4-70C4-4F94-9107-B2D80579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90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</a:defRPr>
            </a:pPr>
            <a:r>
              <a:rPr sz="1200" b="1">
                <a:solidFill>
                  <a:srgbClr val="176B87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54CA6-FD5C-4FD4-8B3D-781CAAD9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48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Benzerlik araması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EDA0D-FE22-4788-AD71-C3B5F901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9527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CCC5"/>
                </a:solidFill>
              </a:defRPr>
            </a:pPr>
            <a:r>
              <a:rPr sz="2250" b="1">
                <a:solidFill>
                  <a:srgbClr val="64CCC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FB756-B2BD-4D49-8009-B87F5831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2887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0099F-CAA3-4DB4-A359-B14DD90A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90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AFFFB"/>
                </a:solidFill>
              </a:defRPr>
            </a:pPr>
            <a:r>
              <a:rPr sz="1200" b="1">
                <a:solidFill>
                  <a:srgbClr val="DAFFFB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001FD-B7D9-436D-A523-9A086967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48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Yerel cevap + kaynak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EE45B-B180-445F-8861-2C9BADC7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12B"/>
                </a:solidFill>
              </a:defRPr>
            </a:pPr>
            <a:r>
              <a:rPr sz="1800" b="0">
                <a:solidFill>
                  <a:srgbClr val="17212B"/>
                </a:solidFill>
              </a:rPr>
              <a:t>Modeller ve veritabanı proje klasöründe kalır; kaynak türü ve PDF sayfası cevapla birlikte korunur.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175EA-E9A3-46C4-8063-17E9921A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FOUNDRY LOCAL OFFLINE ASSISTANT  •  3</a:t>
            </a:r>
          </a:p>
        </p:txBody>
      </p:sp>
    </p:spTree>
    <p:extLst>
      <p:ext uri="{BB962C8B-B14F-4D97-AF65-F5344CB8AC3E}">
        <p14:creationId xmlns:p14="http://schemas.microsoft.com/office/powerpoint/2010/main" val="18897881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369DB-2CE8-4753-A834-0DFB1DBB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KALITE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7F575-16C9-4D5E-9A44-A9834D25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Değerlendirme geliştirme kararlarını ölçülebilir yaptı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E3876-1FF7-43C9-B620-E1842968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0B86B-5B4F-4206-9FF0-1278E355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6B87"/>
                </a:solidFill>
              </a:defRPr>
            </a:pPr>
            <a:r>
              <a:rPr sz="3300" b="1">
                <a:solidFill>
                  <a:srgbClr val="176B87"/>
                </a:solidFill>
              </a:rPr>
              <a:t>18/18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5C56C-75E8-4098-8731-382ACD73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Doğru kaynak ilk 3'te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5CC73-6D34-452C-B821-87AC7C90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6B87"/>
                </a:solidFill>
              </a:defRPr>
            </a:pPr>
            <a:r>
              <a:rPr sz="3300" b="1">
                <a:solidFill>
                  <a:srgbClr val="176B87"/>
                </a:solidFill>
              </a:rPr>
              <a:t>%100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02EE7-A474-459D-A87F-2EF1912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Cevaplanabilir kabul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E4649-66D1-40C7-ADEB-7E2DE9A4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6B87"/>
                </a:solidFill>
              </a:defRPr>
            </a:pPr>
            <a:r>
              <a:rPr sz="3300" b="1">
                <a:solidFill>
                  <a:srgbClr val="176B87"/>
                </a:solidFill>
              </a:rPr>
              <a:t>%100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724F5-C04B-415F-B727-216C84C2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Yanıtsız ret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4D5C9-2738-467B-9640-6B2541B1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6B87"/>
                </a:solidFill>
              </a:defRPr>
            </a:pPr>
            <a:r>
              <a:rPr sz="3300" b="1">
                <a:solidFill>
                  <a:srgbClr val="176B87"/>
                </a:solidFill>
              </a:rPr>
              <a:t>%100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961DE-C3F8-40E6-8585-E56DA067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Geçersiz giriş ret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7F3BB-A189-4C08-BED8-3501BDDB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FF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D70A6-104B-4ADC-B5C9-4184381A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243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30 vaka: 18 cevaplanabilir • 9 yanıtsız/belirsiz • 3 geçersiz giriş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B70A3-6E6F-4696-9D92-F8EFB18B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FOUNDRY LOCAL OFFLINE ASSISTANT  •  4</a:t>
            </a:r>
          </a:p>
        </p:txBody>
      </p:sp>
    </p:spTree>
    <p:extLst>
      <p:ext uri="{BB962C8B-B14F-4D97-AF65-F5344CB8AC3E}">
        <p14:creationId xmlns:p14="http://schemas.microsoft.com/office/powerpoint/2010/main" val="842380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4AACC-C16D-464E-9195-3C91CFE2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MODEL SEÇIMI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CD650-49E3-4B30-9E43-5F9B2D2A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1.5B model cevap kapsamını iki kattan fazla artırdı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A66C4-409E-4663-841A-43FE9569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52DD0-BC13-4791-B727-169E6D11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8A3B3B"/>
                </a:solidFill>
              </a:defRPr>
            </a:pPr>
            <a:r>
              <a:rPr sz="3750" b="1">
                <a:solidFill>
                  <a:srgbClr val="8A3B3B"/>
                </a:solidFill>
              </a:rPr>
              <a:t>%41,67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A5F00-612B-4158-BD29-88CFE3DA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Qwen2.5 0.5B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8DB6E-3F3D-48C2-AD7F-583FB15C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6B87"/>
                </a:solidFill>
              </a:defRPr>
            </a:pPr>
            <a:r>
              <a:rPr sz="3750" b="1">
                <a:solidFill>
                  <a:srgbClr val="176B87"/>
                </a:solidFill>
              </a:rPr>
              <a:t>%97,78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F6DBD-A212-4E5D-A929-32C19D20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43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Qwen2.5 1.5B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71158-F0D4-4478-BE1A-473574F9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77100-19E4-45CE-8E1C-B09BD714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3571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A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01161-ED23-4DA5-8967-5536E35A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3967B-6004-4646-A4DE-3C429A34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</a:defRPr>
            </a:pPr>
            <a:r>
              <a:rPr sz="1725" b="0">
                <a:solidFill>
                  <a:srgbClr val="17212B"/>
                </a:solidFill>
              </a:rPr>
              <a:t>Terim kapsaması yükseldi; 1.5B model daha fazla disk ve CPU süresi kullanıyor.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7AF6D-49C6-4A34-B6B4-83244043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FOUNDRY LOCAL OFFLINE ASSISTANT  •  5</a:t>
            </a:r>
          </a:p>
        </p:txBody>
      </p:sp>
    </p:spTree>
    <p:extLst>
      <p:ext uri="{BB962C8B-B14F-4D97-AF65-F5344CB8AC3E}">
        <p14:creationId xmlns:p14="http://schemas.microsoft.com/office/powerpoint/2010/main" val="15461922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EC153-FAFD-466B-97C4-B66EC2E8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KULLANIM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32061-BDA3-4823-8912-DD6ACCF4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Streamlit teknik komut ihtiyacını azaltıyor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62457-EBF1-4329-B711-34DB185C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61471-1D62-4B41-947F-EFBA18DE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429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9EE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A6118-D48A-4C97-B1ED-FB935C99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B87"/>
                </a:solidFill>
              </a:defRPr>
            </a:pPr>
            <a:r>
              <a:rPr sz="1950" b="1">
                <a:solidFill>
                  <a:srgbClr val="176B87"/>
                </a:solidFill>
              </a:rPr>
              <a:t>Sistem durumu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711B4-E1FD-4C7E-A967-A95EC53B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✓ 5 belge / 5 parça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✓ Embedding modeli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✓ Sohbet modeli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4EE8A-4FAB-4A5D-882B-4EA0285A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İndeksi oluştur / yenile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144AE-1892-4B98-B1D4-6E77EBDE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Kullanıcı kaynak klasörünü seçer, ilerlemeyi görür ve aynı ekrandan soru sorar.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15AA9-BA34-4E7D-89F1-4BA71CF1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957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Kaynak metinleri kapalı bölümde; model hataları ve atıf düzeltmeleri görünür.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77741-EEB4-4580-BA51-DCECAD6C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FOUNDRY LOCAL OFFLINE ASSISTANT  •  6</a:t>
            </a:r>
          </a:p>
        </p:txBody>
      </p:sp>
    </p:spTree>
    <p:extLst>
      <p:ext uri="{BB962C8B-B14F-4D97-AF65-F5344CB8AC3E}">
        <p14:creationId xmlns:p14="http://schemas.microsoft.com/office/powerpoint/2010/main" val="13712443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F2A8B-A2F8-4AB2-B8D5-00B1FA24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87"/>
                </a:solidFill>
              </a:defRPr>
            </a:pPr>
            <a:r>
              <a:rPr sz="1050" b="1">
                <a:solidFill>
                  <a:srgbClr val="176B87"/>
                </a:solidFill>
              </a:rPr>
              <a:t>SONRAKI ADIM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3640A-CF88-43CD-BAB9-44D5BEB3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Teslim için son kapı GitHub ve temiz kurulum testi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62D2A-5396-44B2-9C57-4D395B36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E38A2-E786-4D04-9092-DBB32AA7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87"/>
                </a:solidFill>
              </a:defRPr>
            </a:pPr>
            <a:r>
              <a:rPr sz="2100" b="1">
                <a:solidFill>
                  <a:srgbClr val="176B87"/>
                </a:solidFill>
              </a:rPr>
              <a:t>Hazır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FE411-F191-4733-9692-E46DD100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12B"/>
                </a:solidFill>
              </a:defRPr>
            </a:pPr>
            <a:r>
              <a:rPr sz="1800" b="0">
                <a:solidFill>
                  <a:srgbClr val="17212B"/>
                </a:solidFill>
              </a:rPr>
              <a:t>Yerel RAG • PDF/DOCX • değerlendirme • sağlık kontrolü • Streamlit indeksleme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58E8B-58F2-4BD3-B89E-DE4C9458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91062-024F-4DD0-A65D-98DDE1D1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A3B3B"/>
                </a:solidFill>
              </a:defRPr>
            </a:pPr>
            <a:r>
              <a:rPr sz="2100" b="1">
                <a:solidFill>
                  <a:srgbClr val="8A3B3B"/>
                </a:solidFill>
              </a:rPr>
              <a:t>Kalan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A1B2D-93C5-4CE6-9E11-BD8CBC91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1487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12B"/>
                </a:solidFill>
              </a:defRPr>
            </a:pPr>
            <a:r>
              <a:rPr sz="1800" b="0">
                <a:solidFill>
                  <a:srgbClr val="17212B"/>
                </a:solidFill>
              </a:rPr>
              <a:t>GitHub repository • temiz bilgisayarda klon/kurulum • fiziksel ağ kapalı son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1E51F-F95E-44A3-9730-BFD57DA8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381"/>
                </a:solidFill>
              </a:defRPr>
            </a:pPr>
            <a:r>
              <a:rPr sz="825" b="0">
                <a:solidFill>
                  <a:srgbClr val="637381"/>
                </a:solidFill>
              </a:rPr>
              <a:t>FOUNDRY LOCAL OFFLINE ASSISTANT  •  7</a:t>
            </a:r>
          </a:p>
        </p:txBody>
      </p:sp>
    </p:spTree>
    <p:extLst>
      <p:ext uri="{BB962C8B-B14F-4D97-AF65-F5344CB8AC3E}">
        <p14:creationId xmlns:p14="http://schemas.microsoft.com/office/powerpoint/2010/main" val="1618576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2026-09-03T18:10:03.3790000Z</dcterms:created>
  <dcterms:modified xsi:type="dcterms:W3CDTF">2026-09-03T18:10:03.3790000Z</dcterms:modified>
</coreProperties>
</file>